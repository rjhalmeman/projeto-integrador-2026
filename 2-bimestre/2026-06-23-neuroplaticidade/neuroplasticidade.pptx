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Fala: 'Galera, se eu te dissesse que você tem um superpoder guardado aí dentro da sua cabeça agora mesmo...' Duração: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0:00–0:02. Perguntar: 'Você acreditaria que tem um superpoder?' Destacar que não é ficção científica.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0:02–0:06. Explicar a fenda sináptica com a ilustração. Mencionar que neurotransmissores ativam DNA e criam novos receptores.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 metáfora de floresta para explicar a formação de memória de longo prazo. Enfatizar que o PRIMEIRO passo é sempre o mais difícil.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0:06–0:09. Lei de Hebb: quanto mais você usa um circuito, menos esforço precisa para ativá-lo. Isso é memória biológica.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0:09–0:12. Tapa na realidade: a plasticidade não é só boa. Fugir de desafios reforça o padrão de fuga.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0:12–0:14. Ponto de virada! Ação ativa o DNA. O músculo cerebral só muda quando você usa — não quando você estuda sobre 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0:14–0:15. Fechamento. Não aceit a desculpa 'nasci assim'. O cérebro é plástico. Agradeça e convide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de referência para quem quiser se aprofundar. Hebb (1949) e Kandel (Nobel 2000) são os pilares do conteúdo apresentado.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286000" cy="2286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Neuroplasticidade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Atualizando o seu Software Biológico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· Vestibulandos e Universitários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Neuroplasticidade?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1148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63440" y="100584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7C3AED">
              <a:alpha val="22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846320" y="1417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capacidade real e física do cérebro de se moldar e adaptar com base nas suas experiências.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246888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06B6D4">
              <a:alpha val="22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0" y="2880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NÃO estão presos à genética! O cérebro é um rascunho, não um ponto final.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3977640"/>
            <a:ext cx="4114800" cy="82296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0965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4050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superpoder mais subestimado da ciência!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Neurônios e Sinapses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máquina funciona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02920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51560"/>
            <a:ext cx="347472" cy="3474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0" y="10241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bilhões de neurônios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43600" y="13533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imensas de processamento.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03120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0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Fenda sináptica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943600" y="24048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 não se tocam — há um espaço!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154680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3600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Neurotransmissores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943600" y="3456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Serotonina, Dopamina, Noradrenalina.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Analogia da Floresta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68680"/>
            <a:ext cx="512064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1051560"/>
            <a:ext cx="384048" cy="384048"/>
          </a:xfrm>
          <a:prstGeom prst="ellipse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80760" y="1033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(1ª tentativa)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80760" y="13441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Difícil, cheio de mato. Aprender algo novo dói um pouco!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21488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2130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Estrada de terra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24414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repetição, o caminho vai ficando mais fácil.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324612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32278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Rodovia asfaltada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080760" y="35387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 formado! Pouco esforço, alto desempenho.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 de Hebb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"Neurons that fire together, wire together"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Donald Hebb, 1949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4028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33101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auditivo gigante e super ramificado.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210312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4028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Malabaristas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91840" y="33101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 coordenação motora muito mais desenvolvidos.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210312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4028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Poliglotas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26480" y="3310128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linguagem robustas — protegem contra Alzheimer!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Lado Sombrio: Plasticidade Negativa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Neuroplasticidade é neutra — ela não julga o que você repete.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438912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005840"/>
            <a:ext cx="3931920" cy="2743200"/>
          </a:xfrm>
          <a:prstGeom prst="roundRect">
            <a:avLst>
              <a:gd name="adj" fmla="val 4333"/>
            </a:avLst>
          </a:prstGeom>
          <a:solidFill>
            <a:srgbClr val="2D0000"/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430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CUIDADO!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937760" y="16459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 social: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foge da apresentação → sente alívio → cérebro aprende: 'esquivar funciona!' → na próxima vez foge ainda mais fácil.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Procrastinação, depressão e ansiedade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anos → seu cérebro se torna neuroplasticamente perfeito naquilo de ruim.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 um FAZEDOR, não um Aprendedor!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657600"/>
          </a:xfrm>
          <a:prstGeom prst="roundRect">
            <a:avLst>
              <a:gd name="adj" fmla="val 3500"/>
            </a:avLst>
          </a:prstGeom>
          <a:solidFill>
            <a:srgbClr val="7C3AED">
              <a:alpha val="15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APRENDEDOR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Assiste 10h de YouTube sobre Jiu-Jitsu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Lê 3 livros sobre falar em público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Muda a área TEÓRICA do cérebro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Conhecimento sem transformação física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14800" cy="3657600"/>
          </a:xfrm>
          <a:prstGeom prst="roundRect">
            <a:avLst>
              <a:gd name="adj" fmla="val 3500"/>
            </a:avLst>
          </a:prstGeom>
          <a:solidFill>
            <a:srgbClr val="34D399">
              <a:alpha val="15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FAZEDOR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6276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Pisa no tatame com o coração na boca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3134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Sobe ao palco mesmo com medo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9992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Muda a estrutura FÍSICA do cérebro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6850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Redesenha circuitos neurais de verdade!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24528" y="23774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Fechar: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7C3AED">
              <a:alpha val="18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1704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02412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cérebro muda com a experiência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13716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traço é permanente. Genética não é destino.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06B6D4">
              <a:alpha val="18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40487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25856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cria rodovias neurais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28800" y="26060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você pratica, menos esforço precisa.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34D399">
              <a:alpha val="18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0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363931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3493008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ação transforma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28800" y="38404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Enfrente o desconforto. O aprendizado real dói um pouco.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8640" y="462686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D0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"Mude seus hábitos, enfrente os desafios, e force seu DNA a criar uma versão melhor de você mesmo. Sejam fazedores!"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600200"/>
          </a:xfrm>
          <a:prstGeom prst="roundRect">
            <a:avLst>
              <a:gd name="adj" fmla="val 7429"/>
            </a:avLst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155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HEBB, Donald 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of Behavior: A Neuropsychological Theory. New York: John Wiley &amp; Sons, 1949.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fundacional da 'Lei de Hebb' — base de toda a teoria de aprendizado e plasticidade sináptica.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1600200"/>
          </a:xfrm>
          <a:prstGeom prst="roundRect">
            <a:avLst>
              <a:gd name="adj" fmla="val 7429"/>
            </a:avLst>
          </a:prstGeom>
          <a:solidFill>
            <a:srgbClr val="06B6D4">
              <a:alpha val="12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9443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KANDEL, Eric 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moleculares sobre formação de memória em Aplysia californica. Décadas de 1980–1990.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221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 Nobel de Fisiologia ou Medicina (2000): bases neurobiológicas das mudanças sinápticas durante o aprendizado.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Neuroplasticidade</dc:title>
  <dc:subject>PptxGenJS Presentation</dc:subject>
  <dc:creator>Apresentação Científica</dc:creator>
  <cp:lastModifiedBy>Apresentação Científica</cp:lastModifiedBy>
  <cp:revision>1</cp:revision>
  <dcterms:created xsi:type="dcterms:W3CDTF">2026-06-23T08:18:53Z</dcterms:created>
  <dcterms:modified xsi:type="dcterms:W3CDTF">2026-06-23T08:18:53Z</dcterms:modified>
</cp:coreProperties>
</file>